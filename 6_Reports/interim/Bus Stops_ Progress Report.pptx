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erriweather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erriweather-bold.fntdata"/><Relationship Id="rId10" Type="http://schemas.openxmlformats.org/officeDocument/2006/relationships/font" Target="fonts/Merriweather-regular.fntdata"/><Relationship Id="rId13" Type="http://schemas.openxmlformats.org/officeDocument/2006/relationships/font" Target="fonts/Merriweather-boldItalic.fntdata"/><Relationship Id="rId12" Type="http://schemas.openxmlformats.org/officeDocument/2006/relationships/font" Target="fonts/Merriweath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69d3a065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69d3a065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joined datasets and created new variable at_least_one_stop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69d3a065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69d3a065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69d3a06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69d3a06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2C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Bus Stops: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Progress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 Report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Grace Sampson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Data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"/>
              <a:buChar char="-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Bus Stops (dataMontgomery)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-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Standardize variable names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-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Clean row formatting (numeric 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columns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-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Separate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 RideOn and MWATA bus stops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"/>
              <a:buChar char="-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Rideon Bus Stops (Maryland.gov)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-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Change column types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Main EDA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107550" y="1152475"/>
            <a:ext cx="272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"/>
              <a:buChar char="-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Derwood has highest proportion of bus stops with benches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"/>
              <a:buChar char="-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Cabin John, Colesville, Kemp Mill and Olney have the smallest proportion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"/>
              <a:buChar char="-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Kept NA’s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226700"/>
            <a:ext cx="552883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Next Steps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"/>
              <a:buChar char="➔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Statistical analysis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◆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Hypothesis testing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◆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Anova tests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"/>
              <a:buChar char="➔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Create Nearest Neighbors model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"/>
              <a:buChar char="➔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Create interactive dashboard (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Tableau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"/>
              <a:buChar char="➔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Gather additional 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context to make recommendations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